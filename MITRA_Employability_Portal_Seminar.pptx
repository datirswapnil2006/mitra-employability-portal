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COLLEGE PLACEMENT &amp; ASSESSMENT PLATFORM</a:t>
            </a:r>
          </a:p>
          <a:p>
            <a:pPr>
              <a:spcBef>
                <a:spcPts val="600"/>
              </a:spcBef>
              <a:defRPr sz="3600" b="1">
                <a:solidFill>
                  <a:srgbClr val="0F172A"/>
                </a:solidFill>
                <a:latin typeface="Calibri"/>
              </a:defRPr>
            </a:pPr>
            <a:r>
              <a:t>MITRA Employability Portal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An Easy-to-Use Online Assessment Platform with Automated Webcam Anti-Cheating &amp; Practice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94484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Seminar Presentation Details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Presented By: </a:t>
            </a:r>
            <a:r>
              <a:rPr b="0">
                <a:solidFill>
                  <a:srgbClr val="334155"/>
                </a:solidFill>
              </a:rPr>
              <a:t>Student Name / Team Members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Department: </a:t>
            </a:r>
            <a:r>
              <a:rPr b="0">
                <a:solidFill>
                  <a:srgbClr val="334155"/>
                </a:solidFill>
              </a:rPr>
              <a:t>Department of Computer Science &amp; Engineering / Information Technology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Project Guide: </a:t>
            </a:r>
            <a:r>
              <a:rPr b="0">
                <a:solidFill>
                  <a:srgbClr val="334155"/>
                </a:solidFill>
              </a:rPr>
              <a:t>Faculty Mentor Name &amp; Designation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Institution: </a:t>
            </a:r>
            <a:r>
              <a:rPr b="0">
                <a:solidFill>
                  <a:srgbClr val="334155"/>
                </a:solidFill>
              </a:rPr>
              <a:t>MITRA Institute of Technology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337560"/>
            <a:ext cx="926561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1. Introduction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Modern Campus Recruitment &amp; The MITRA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Why Placement Prep Matters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Shift to Digital Hiring: </a:t>
            </a:r>
            <a:r>
              <a:rPr b="0">
                <a:solidFill>
                  <a:srgbClr val="334155"/>
                </a:solidFill>
              </a:rPr>
              <a:t>Companies now evaluate students online before visiting campuses for interviews.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Need for Practice: </a:t>
            </a:r>
            <a:r>
              <a:rPr b="0">
                <a:solidFill>
                  <a:srgbClr val="334155"/>
                </a:solidFill>
              </a:rPr>
              <a:t>Students need a single, easy place to practice coding problems, aptitude tests, and logical reasoning.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Clear Performance Insights: </a:t>
            </a:r>
            <a:r>
              <a:rPr b="0">
                <a:solidFill>
                  <a:srgbClr val="334155"/>
                </a:solidFill>
              </a:rPr>
              <a:t>Helps students understand their strong topics and identify areas that need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What is MITRA Portal?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All-in-One Exam Portal: </a:t>
            </a:r>
            <a:r>
              <a:rPr b="0">
                <a:solidFill>
                  <a:srgbClr val="334155"/>
                </a:solidFill>
              </a:rPr>
              <a:t>A web platform designed specifically for college placement assessments.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Smart Camera Guard: </a:t>
            </a:r>
            <a:r>
              <a:rPr b="0">
                <a:solidFill>
                  <a:srgbClr val="334155"/>
                </a:solidFill>
              </a:rPr>
              <a:t>Uses the student's webcam to check for missing faces or tab-switching during exams.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Built-in Code Editor: </a:t>
            </a:r>
            <a:r>
              <a:rPr b="0">
                <a:solidFill>
                  <a:srgbClr val="334155"/>
                </a:solidFill>
              </a:rPr>
              <a:t>Allows students to write and test code directly in Python, C++, Java, and JavaScript.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Automated Test Maker: </a:t>
            </a:r>
            <a:r>
              <a:rPr b="0">
                <a:solidFill>
                  <a:srgbClr val="334155"/>
                </a:solidFill>
              </a:rPr>
              <a:t>Helps teachers easily create practice papers using AI and PDF document imports.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2. Problem Statement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Common Challenges Faced by Students and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1. Hard to Benchmark Skills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Students don't know if they are truly ready for campus placement exams until actual tests happen.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Lack of regular practice tests with instant feedback.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2. Exam Malpractice Risks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Unmonitored online tests lead to unfair scoring due to tab switching or cheating.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Traditional video proctoring requires fast internet and consumes heavy internet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3. High Cost of Commercial Software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Popular commercial exam platforms charge expensive subscription fees per student.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Commercial tools lack custom college approval and student management queues.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77640"/>
            <a:ext cx="4937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4. Heavy Teacher Workload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Faculty spend too much time typing question papers line by line.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Manually checking student programming code takes hours and leads to delays.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977640"/>
            <a:ext cx="502920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3. Literature Review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Comparing Existing Tools with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Learning Portals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Examples: </a:t>
            </a:r>
            <a:r>
              <a:rPr b="0">
                <a:solidFill>
                  <a:srgbClr val="334155"/>
                </a:solidFill>
              </a:rPr>
              <a:t>Moodle, Google Classroom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Strengths: </a:t>
            </a:r>
            <a:r>
              <a:rPr b="0">
                <a:solidFill>
                  <a:srgbClr val="334155"/>
                </a:solidFill>
              </a:rPr>
              <a:t>Good for sharing notes &amp; basic multiple-choice quizzes.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Limitations: </a:t>
            </a:r>
            <a:r>
              <a:rPr b="0">
                <a:solidFill>
                  <a:srgbClr val="334155"/>
                </a:solidFill>
              </a:rPr>
              <a:t>Cannot run coding tests live; lacks webcam anti-cheating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108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Coding Websites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Examples: </a:t>
            </a:r>
            <a:r>
              <a:rPr b="0">
                <a:solidFill>
                  <a:srgbClr val="334155"/>
                </a:solidFill>
              </a:rPr>
              <a:t>HackerRank, LeetCode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Strengths: </a:t>
            </a:r>
            <a:r>
              <a:rPr b="0">
                <a:solidFill>
                  <a:srgbClr val="334155"/>
                </a:solidFill>
              </a:rPr>
              <a:t>Great live code execution engines.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Limitations: </a:t>
            </a:r>
            <a:r>
              <a:rPr b="0">
                <a:solidFill>
                  <a:srgbClr val="334155"/>
                </a:solidFill>
              </a:rPr>
              <a:t>Not customized for university placement cells; expensive for official college exams.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1089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Video Proctoring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Examples: </a:t>
            </a:r>
            <a:r>
              <a:rPr b="0">
                <a:solidFill>
                  <a:srgbClr val="334155"/>
                </a:solidFill>
              </a:rPr>
              <a:t>Standard Video Streamers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Strengths: </a:t>
            </a:r>
            <a:r>
              <a:rPr b="0">
                <a:solidFill>
                  <a:srgbClr val="334155"/>
                </a:solidFill>
              </a:rPr>
              <a:t>Monitors student movement via video.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Limitations: </a:t>
            </a:r>
            <a:r>
              <a:rPr b="0">
                <a:solidFill>
                  <a:srgbClr val="334155"/>
                </a:solidFill>
              </a:rPr>
              <a:t>Requires continuous high-speed internet and heavy data 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4. Research Gap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What is Missing in Existing Systems?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Lack of a Single Complete Solution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The Gap: </a:t>
            </a:r>
            <a:r>
              <a:rPr b="0">
                <a:solidFill>
                  <a:srgbClr val="334155"/>
                </a:solidFill>
              </a:rPr>
              <a:t>Most systems focus on EITHER coding OR aptitude tests. Students need one combined platform for aptitude, psychometrics, and programming practice.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15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High Data Usage in Anti-Cheating Systems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The Gap: </a:t>
            </a:r>
            <a:r>
              <a:rPr b="0">
                <a:solidFill>
                  <a:srgbClr val="334155"/>
                </a:solidFill>
              </a:rPr>
              <a:t>Current anti-cheating systems stream live video to servers, causing lag on slow internet. There is a need for smart anti-cheating that runs directly inside the browser using minimal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10515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No Custom Placement Cell Workflow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The Gap: </a:t>
            </a:r>
            <a:r>
              <a:rPr b="0">
                <a:solidFill>
                  <a:srgbClr val="334155"/>
                </a:solidFill>
              </a:rPr>
              <a:t>Existing tools do not offer student registration approval queues or college-specific leaderboards.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92040"/>
            <a:ext cx="10515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5. Project Objectives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What We Aim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Main Goals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User-Friendly Web Portal: </a:t>
            </a:r>
            <a:r>
              <a:rPr b="0">
                <a:solidFill>
                  <a:srgbClr val="334155"/>
                </a:solidFill>
              </a:rPr>
              <a:t>Build an easy-to-use website for both students and placement teachers.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Smart Anti-Cheating Guard: </a:t>
            </a:r>
            <a:r>
              <a:rPr b="0">
                <a:solidFill>
                  <a:srgbClr val="334155"/>
                </a:solidFill>
              </a:rPr>
              <a:t>Use the webcam locally to detect tab switching, missing faces, or multiple people in front of the screen.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Live Multi-Language Compiler: </a:t>
            </a:r>
            <a:r>
              <a:rPr b="0">
                <a:solidFill>
                  <a:srgbClr val="334155"/>
                </a:solidFill>
              </a:rPr>
              <a:t>Provide an online coding editor for Python, C++, Java, and JavaScript with instant test case checking.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AI Question &amp; PDF Maker: </a:t>
            </a:r>
            <a:r>
              <a:rPr b="0">
                <a:solidFill>
                  <a:srgbClr val="334155"/>
                </a:solidFill>
              </a:rPr>
              <a:t>Allow teachers to generate questions using AI prompts or import them directly from PDF exam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Simple Success Indicators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High Cheating Detection: </a:t>
            </a:r>
            <a:r>
              <a:rPr b="0">
                <a:solidFill>
                  <a:srgbClr val="334155"/>
                </a:solidFill>
              </a:rPr>
              <a:t>Accurately flag candidate warnings during exams.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Fast Code Execution: </a:t>
            </a:r>
            <a:r>
              <a:rPr b="0">
                <a:solidFill>
                  <a:srgbClr val="334155"/>
                </a:solidFill>
              </a:rPr>
              <a:t>Evaluate student code submissions in less than 2 seconds.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Low Internet Data Usage: </a:t>
            </a:r>
            <a:r>
              <a:rPr b="0">
                <a:solidFill>
                  <a:srgbClr val="334155"/>
                </a:solidFill>
              </a:rPr>
              <a:t>Reduce network data consumption by over 90% compared to video streaming.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Time Savings for Teachers: </a:t>
            </a:r>
            <a:r>
              <a:rPr b="0">
                <a:solidFill>
                  <a:srgbClr val="334155"/>
                </a:solidFill>
              </a:rPr>
              <a:t>Reduce paper creation and grading effort by over 80%.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6. Proposed Methodology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How the MITRA Portal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System Structure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Student Screen (React Frontend): </a:t>
            </a:r>
            <a:r>
              <a:rPr b="0">
                <a:solidFill>
                  <a:srgbClr val="334155"/>
                </a:solidFill>
              </a:rPr>
              <a:t>Simple web page where students view questions, write code, and take proctored exams.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Backend Server (Node.js &amp; Express): </a:t>
            </a:r>
            <a:r>
              <a:rPr b="0">
                <a:solidFill>
                  <a:srgbClr val="334155"/>
                </a:solidFill>
              </a:rPr>
              <a:t>Handles user logins, test timing, scoring logic, and security checks.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Database (MongoDB): </a:t>
            </a:r>
            <a:r>
              <a:rPr b="0">
                <a:solidFill>
                  <a:srgbClr val="334155"/>
                </a:solidFill>
              </a:rPr>
              <a:t>Stores student profiles, question banks, test attempts, and practice scores safely.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External Smart Services: </a:t>
            </a:r>
            <a:r>
              <a:rPr b="0">
                <a:solidFill>
                  <a:srgbClr val="334155"/>
                </a:solidFill>
              </a:rPr>
              <a:t>Connected to an online code execution engine and AI question creation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Step-by-Step Student Flow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Step 1: Account Approval: </a:t>
            </a:r>
            <a:r>
              <a:rPr b="0">
                <a:solidFill>
                  <a:srgbClr val="334155"/>
                </a:solidFill>
              </a:rPr>
              <a:t>Student registers -&gt; Placement cell approves profile.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Step 2: Start Proctored Test: </a:t>
            </a:r>
            <a:r>
              <a:rPr b="0">
                <a:solidFill>
                  <a:srgbClr val="334155"/>
                </a:solidFill>
              </a:rPr>
              <a:t>Student opens exam -&gt; Webcam checks presence in real-time.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Step 3: Solve &amp; Submit Code: </a:t>
            </a:r>
            <a:r>
              <a:rPr b="0">
                <a:solidFill>
                  <a:srgbClr val="334155"/>
                </a:solidFill>
              </a:rPr>
              <a:t>Student writes code -&gt; Code is checked against test inputs instantly.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Step 4: View Scorecard: </a:t>
            </a:r>
            <a:r>
              <a:rPr b="0">
                <a:solidFill>
                  <a:srgbClr val="334155"/>
                </a:solidFill>
              </a:rPr>
              <a:t>Student receives immediate results and topic performance charts.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6. Key Modules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Core Features Built in the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Module 1: Student Verification &amp; Gatekeeping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Secure Registration: </a:t>
            </a:r>
            <a:r>
              <a:rPr b="0">
                <a:solidFill>
                  <a:srgbClr val="334155"/>
                </a:solidFill>
              </a:rPr>
              <a:t>Students sign up with college roll numbers.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Teacher Approval Queue: </a:t>
            </a:r>
            <a:r>
              <a:rPr b="0">
                <a:solidFill>
                  <a:srgbClr val="334155"/>
                </a:solidFill>
              </a:rPr>
              <a:t>Placement officers approve student access to official campus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Module 2: AI Question &amp; Paper Creator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AI Paper Generator: </a:t>
            </a:r>
            <a:r>
              <a:rPr b="0">
                <a:solidFill>
                  <a:srgbClr val="334155"/>
                </a:solidFill>
              </a:rPr>
              <a:t>Instantly creates domain questions based on difficulty levels.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PDF Paper Extractor: </a:t>
            </a:r>
            <a:r>
              <a:rPr b="0">
                <a:solidFill>
                  <a:srgbClr val="334155"/>
                </a:solidFill>
              </a:rPr>
              <a:t>Upload past placement papers in PDF format to extract questions into the bank.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Module 3: Online Exam &amp; Code Sandbox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Timer &amp; Auto-Submit: </a:t>
            </a:r>
            <a:r>
              <a:rPr b="0">
                <a:solidFill>
                  <a:srgbClr val="334155"/>
                </a:solidFill>
              </a:rPr>
              <a:t>Counts down remaining exam time and submits answers automatically.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Live Code Sandbox: </a:t>
            </a:r>
            <a:r>
              <a:rPr b="0">
                <a:solidFill>
                  <a:srgbClr val="334155"/>
                </a:solidFill>
              </a:rPr>
              <a:t>Runs Python, C++, Java, and JS code against sample &amp; hidden test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77640"/>
            <a:ext cx="49377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Module 4: Student Leaderboard &amp; Analytics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Performance Breakdown: </a:t>
            </a:r>
            <a:r>
              <a:rPr b="0">
                <a:solidFill>
                  <a:srgbClr val="334155"/>
                </a:solidFill>
              </a:rPr>
              <a:t>Shows topic-wise strengths and weak areas.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College Leaderboards: </a:t>
            </a:r>
            <a:r>
              <a:rPr b="0">
                <a:solidFill>
                  <a:srgbClr val="334155"/>
                </a:solidFill>
              </a:rPr>
              <a:t>Displays rankings based on score and test submission speed.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977640"/>
            <a:ext cx="502920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7. System Requirements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Hardware &amp; Software Needed to Run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Software Requirements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Web Browser: </a:t>
            </a:r>
            <a:r>
              <a:rPr b="0">
                <a:solidFill>
                  <a:srgbClr val="334155"/>
                </a:solidFill>
              </a:rPr>
              <a:t>Google Chrome, Microsoft Edge, or Firefox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Frontend Technologies: </a:t>
            </a:r>
            <a:r>
              <a:rPr b="0">
                <a:solidFill>
                  <a:srgbClr val="334155"/>
                </a:solidFill>
              </a:rPr>
              <a:t>React 18, HTML5, CSS3, face-api.js (for webcam checks)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Backend Technology: </a:t>
            </a:r>
            <a:r>
              <a:rPr b="0">
                <a:solidFill>
                  <a:srgbClr val="334155"/>
                </a:solidFill>
              </a:rPr>
              <a:t>Node.js and Express.js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Database: </a:t>
            </a:r>
            <a:r>
              <a:rPr b="0">
                <a:solidFill>
                  <a:srgbClr val="334155"/>
                </a:solidFill>
              </a:rPr>
              <a:t>MongoDB (stores user scores &amp; question sets)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Code Testing Service: </a:t>
            </a:r>
            <a:r>
              <a:rPr b="0">
                <a:solidFill>
                  <a:srgbClr val="334155"/>
                </a:solidFill>
              </a:rPr>
              <a:t>Online Code Compiler API Sandbox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Hardware Requirements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Student Laptop / PC: </a:t>
            </a:r>
            <a:r>
              <a:rPr b="0">
                <a:solidFill>
                  <a:srgbClr val="334155"/>
                </a:solidFill>
              </a:rPr>
              <a:t>Basic Intel i3 / AMD processor with 4GB RAM.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Webcam: </a:t>
            </a:r>
            <a:r>
              <a:rPr b="0">
                <a:solidFill>
                  <a:srgbClr val="334155"/>
                </a:solidFill>
              </a:rPr>
              <a:t>Standard laptop camera or USB webcam (720p HD).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Internet Connection: </a:t>
            </a:r>
            <a:r>
              <a:rPr b="0">
                <a:solidFill>
                  <a:srgbClr val="334155"/>
                </a:solidFill>
              </a:rPr>
              <a:t>Standard basic connection (1 Mbps or higher).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Server Machine: </a:t>
            </a:r>
            <a:r>
              <a:rPr b="0">
                <a:solidFill>
                  <a:srgbClr val="334155"/>
                </a:solidFill>
              </a:rPr>
              <a:t>Basic cloud server (2 vCPU, 4GB RAM, 20GB storage).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8. Expected Outcomes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Benefits for Students and Placement Officers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Benefits for Students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Fair Exam Environment: </a:t>
            </a:r>
            <a:r>
              <a:rPr b="0">
                <a:solidFill>
                  <a:srgbClr val="334155"/>
                </a:solidFill>
              </a:rPr>
              <a:t>Cheating prevention ensures sincere students rank fairly.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Real-Time Coding Practice: </a:t>
            </a:r>
            <a:r>
              <a:rPr b="0">
                <a:solidFill>
                  <a:srgbClr val="334155"/>
                </a:solidFill>
              </a:rPr>
              <a:t>Write, test, and debug code instantly in 4 popular programming languages.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Clear Feedback Reports: </a:t>
            </a:r>
            <a:r>
              <a:rPr b="0">
                <a:solidFill>
                  <a:srgbClr val="334155"/>
                </a:solidFill>
              </a:rPr>
              <a:t>Understand weak areas in aptitude or coding before company interviews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Benefits for Colleges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Zero Licensing Expense: </a:t>
            </a:r>
            <a:r>
              <a:rPr b="0">
                <a:solidFill>
                  <a:srgbClr val="334155"/>
                </a:solidFill>
              </a:rPr>
              <a:t>No need to pay high subscription fees to third-party software vendors.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Saves Time for Teachers: </a:t>
            </a:r>
            <a:r>
              <a:rPr b="0">
                <a:solidFill>
                  <a:srgbClr val="334155"/>
                </a:solidFill>
              </a:rPr>
              <a:t>Automated question generation and instant code checking save hours of manual work.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Centralized Student Tracking: </a:t>
            </a:r>
            <a:r>
              <a:rPr b="0">
                <a:solidFill>
                  <a:srgbClr val="334155"/>
                </a:solidFill>
              </a:rPr>
              <a:t>Easy monitoring of overall batch placement readiness.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9. Project Timeline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6-Month Development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Implementation Schedule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1: Planning &amp; Design: </a:t>
            </a:r>
            <a:r>
              <a:rPr b="0">
                <a:solidFill>
                  <a:srgbClr val="334155"/>
                </a:solidFill>
              </a:rPr>
              <a:t>Studying requirements, creating database design, and sketching user screens.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2: Basic Portal Setup: </a:t>
            </a:r>
            <a:r>
              <a:rPr b="0">
                <a:solidFill>
                  <a:srgbClr val="334155"/>
                </a:solidFill>
              </a:rPr>
              <a:t>Building student registration, login screens, and placement cell approval features.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3: Smart Anti-Cheating Feature: </a:t>
            </a:r>
            <a:r>
              <a:rPr b="0">
                <a:solidFill>
                  <a:srgbClr val="334155"/>
                </a:solidFill>
              </a:rPr>
              <a:t>Adding webcam face detection and window tab-switch warning alerts.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4: Live Code Testing Engine: </a:t>
            </a:r>
            <a:r>
              <a:rPr b="0">
                <a:solidFill>
                  <a:srgbClr val="334155"/>
                </a:solidFill>
              </a:rPr>
              <a:t>Connecting the online coding editor and automated test case runner.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5: AI Questions &amp; Reports: </a:t>
            </a:r>
            <a:r>
              <a:rPr b="0">
                <a:solidFill>
                  <a:srgbClr val="334155"/>
                </a:solidFill>
              </a:rPr>
              <a:t>Adding AI question paper generator, PDF importer, and student rank leaderboards.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Month 6: Testing &amp; Final Launch: </a:t>
            </a:r>
            <a:r>
              <a:rPr b="0">
                <a:solidFill>
                  <a:srgbClr val="334155"/>
                </a:solidFill>
              </a:rPr>
              <a:t>Conducting student tests, fixing bugs, and presenting final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15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10. Conclusion &amp; Future Scope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Unified Platform: </a:t>
            </a:r>
            <a:r>
              <a:rPr b="0">
                <a:solidFill>
                  <a:srgbClr val="334155"/>
                </a:solidFill>
              </a:rPr>
              <a:t>MITRA combines student practice, coding tests, and anti-cheating into one simple portal.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Low Internet Requirement: </a:t>
            </a:r>
            <a:r>
              <a:rPr b="0">
                <a:solidFill>
                  <a:srgbClr val="334155"/>
                </a:solidFill>
              </a:rPr>
              <a:t>Runs anti-cheating inside the browser without using heavy video streaming data.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Empowers Institutions: </a:t>
            </a:r>
            <a:r>
              <a:rPr b="0">
                <a:solidFill>
                  <a:srgbClr val="334155"/>
                </a:solidFill>
              </a:rPr>
              <a:t>Gives colleges complete control over their campus placement drives.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4937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Future Enhancements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AI Resume Scorecard: </a:t>
            </a:r>
            <a:r>
              <a:rPr b="0">
                <a:solidFill>
                  <a:srgbClr val="334155"/>
                </a:solidFill>
              </a:rPr>
              <a:t>Automated resume checking tool to help students optimize their resumes.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AI Mock Interviewer: </a:t>
            </a:r>
            <a:r>
              <a:rPr b="0">
                <a:solidFill>
                  <a:srgbClr val="334155"/>
                </a:solidFill>
              </a:rPr>
              <a:t>Virtual interviewer that asks questions and gives feedback on student answers.</a:t>
            </a:r>
          </a:p>
          <a:p>
            <a:pPr>
              <a:spcAft>
                <a:spcPts val="7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• Multi-College Hosting: </a:t>
            </a:r>
            <a:r>
              <a:rPr b="0">
                <a:solidFill>
                  <a:srgbClr val="334155"/>
                </a:solidFill>
              </a:rPr>
              <a:t>Expanding the system to host placement tests for multiple engineering colleges.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